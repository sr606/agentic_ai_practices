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image" Target="../media/image-1-1.png"/><Relationship Id="rId8" Type="http://schemas.openxmlformats.org/officeDocument/2006/relationships/image" Target="../media/image-1-2.svg"/><Relationship Id="rId9" Type="http://schemas.openxmlformats.org/officeDocument/2006/relationships/image" Target="../media/image-1-1.png"/><Relationship Id="rId10" Type="http://schemas.openxmlformats.org/officeDocument/2006/relationships/image" Target="../media/image-1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932"/>
            <a:ext cx="340861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 — Core Concepts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63885"/>
            <a:ext cx="8151763" cy="677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188" y="119687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52215" y="109113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Agent Manifest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52215" y="1321594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Describes an agent (name, description, supported content types)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31615"/>
            <a:ext cx="8151763" cy="677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188" y="196460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52215" y="18588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Message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52215" y="2089324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Contains role + list of Parts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99345"/>
            <a:ext cx="8151763" cy="677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188" y="273233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52215" y="262659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MessagePart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52215" y="2857054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Content with a content_type (text/plain, application/json, image/png)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67075"/>
            <a:ext cx="8151763" cy="6777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188" y="350006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52215" y="339432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Run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52215" y="3624783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single invocation of an agent; has status, input, output, timing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4034805"/>
            <a:ext cx="8151763" cy="6777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9188" y="426779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52215" y="416205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052215" y="4392513"/>
            <a:ext cx="7468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/agents returns all available agents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494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 — API Shape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11449"/>
            <a:ext cx="8151763" cy="2060823"/>
          </a:xfrm>
          <a:prstGeom prst="roundRect">
            <a:avLst>
              <a:gd name="adj" fmla="val 28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714" y="180602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Endpoint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87737" y="180602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16140" y="1806029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Purpose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2217241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/agents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87737" y="2217241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16140" y="2217241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Discover all agents (manifests)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714" y="2628454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/agents/{name}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87737" y="2628454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6140" y="262845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a single agent's manifest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3039666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/runs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7737" y="3039666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6140" y="303966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Invoke an agent (create a Run)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45087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/runs/{run_id}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87737" y="345087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140" y="345087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a stored Run result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393174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Simple, RESTful, familiar to any developer.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164"/>
            <a:ext cx="4977185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 — Run Request &amp; Response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09947" y="958304"/>
            <a:ext cx="4102298" cy="3752031"/>
          </a:xfrm>
          <a:prstGeom prst="roundRect">
            <a:avLst>
              <a:gd name="adj" fmla="val 2295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29530" y="1059210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Request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9530" y="1359545"/>
            <a:ext cx="3863132" cy="2002780"/>
          </a:xfrm>
          <a:prstGeom prst="roundRect">
            <a:avLst>
              <a:gd name="adj" fmla="val 2508"/>
            </a:avLst>
          </a:prstGeom>
          <a:solidFill>
            <a:srgbClr val="5D6175"/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1359545"/>
            <a:ext cx="3875038" cy="2002780"/>
          </a:xfrm>
          <a:prstGeom prst="roundRect">
            <a:avLst>
              <a:gd name="adj" fmla="val 896"/>
            </a:avLst>
          </a:prstGeom>
          <a:solidFill>
            <a:srgbClr val="5D6175"/>
          </a:solidFill>
          <a:ln/>
        </p:spPr>
      </p:sp>
      <p:sp>
        <p:nvSpPr>
          <p:cNvPr id="7" name="Text 5"/>
          <p:cNvSpPr/>
          <p:nvPr/>
        </p:nvSpPr>
        <p:spPr>
          <a:xfrm>
            <a:off x="673075" y="1479128"/>
            <a:ext cx="3576042" cy="1763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{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"agent_name": "weather",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"input": [{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"role": "user",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"parts": [{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"content_type": "text/plain",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"content": "Goa"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}]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}]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22688" y="1059210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Response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2688" y="1359545"/>
            <a:ext cx="3929955" cy="3237309"/>
          </a:xfrm>
          <a:prstGeom prst="roundRect">
            <a:avLst>
              <a:gd name="adj" fmla="val 1552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16735" y="1359545"/>
            <a:ext cx="3941862" cy="3237309"/>
          </a:xfrm>
          <a:prstGeom prst="roundRect">
            <a:avLst>
              <a:gd name="adj" fmla="val 554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866233" y="1479128"/>
            <a:ext cx="3642866" cy="2998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{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"run_id": "uuid",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"status": "completed",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"output": [{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"role": "agent",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"parts": [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{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"content_type": "text/plain",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"content": "Goa is Sunny at 32C..."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{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"content_type": "application/json",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"content": "{...}"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]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}]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378"/>
            <a:ext cx="5721772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 — Architecture (Our Demo)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142181"/>
            <a:ext cx="8151763" cy="2272159"/>
          </a:xfrm>
          <a:prstGeom prst="roundRect">
            <a:avLst>
              <a:gd name="adj" fmla="val 258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489198" y="1142181"/>
            <a:ext cx="8165604" cy="2272159"/>
          </a:xfrm>
          <a:prstGeom prst="roundRect">
            <a:avLst>
              <a:gd name="adj" fmla="val 92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63625" y="1281708"/>
            <a:ext cx="7816751" cy="1993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[Streamlit UI :7090]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|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v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[ACP Server :7001]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┌─────────────────────────────┐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│ trip_planner (router)       │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│ weather agent               │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│ activity agent              │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└─────────────────────────────┘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32" y="3575707"/>
            <a:ext cx="209327" cy="2093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598" y="3568824"/>
            <a:ext cx="35365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Single server, single port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0113" y="3575707"/>
            <a:ext cx="209327" cy="2093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1279" y="3568824"/>
            <a:ext cx="353660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Router agent calls other agents via the SAME ACP API (POST /runs)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432" y="4293357"/>
            <a:ext cx="209327" cy="2093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9598" y="4286473"/>
            <a:ext cx="35365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Agent-to-agent calls happen INSIDE the platform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0113" y="4293357"/>
            <a:ext cx="209327" cy="2093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11279" y="4286473"/>
            <a:ext cx="35366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discovery via GET /agents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7900"/>
            <a:ext cx="54104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 vs ACP — The Big Picture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04404"/>
            <a:ext cx="8151763" cy="3261122"/>
          </a:xfrm>
          <a:prstGeom prst="roundRect">
            <a:avLst>
              <a:gd name="adj" fmla="val 182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30916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398984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73498" y="1398984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A2A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30379" y="1398984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ACP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171561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1805434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Philosophy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73498" y="1805434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as independent services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0379" y="1805434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within a shared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0881" y="212206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2714" y="2211884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73498" y="2211884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agent = separate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0379" y="2211884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agents = one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252851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2618333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73498" y="2618333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Cards (well-known URL)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0379" y="2618333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/agents endpoint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293496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2714" y="3024783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Message Format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73498" y="3024783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Envelope (sender/receiver/session)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0379" y="3024783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Message with Parts (role + content_type)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881" y="334141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2714" y="343123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73498" y="3431232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Explicit sender/receiver fields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0379" y="3431232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name in Run 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0881" y="374786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714" y="383768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Multi-modal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73498" y="3837682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Via body content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0379" y="3837682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Via MessagePart content_type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0881" y="415431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2714" y="424413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Tracking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73498" y="4244132"/>
            <a:ext cx="34258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Built-in (session_id)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30379" y="4244132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Via run_id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5314"/>
            <a:ext cx="649657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 vs ACP — Communication Style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80902"/>
            <a:ext cx="4107135" cy="1837283"/>
          </a:xfrm>
          <a:prstGeom prst="roundRect">
            <a:avLst>
              <a:gd name="adj" fmla="val 5556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122661"/>
            <a:ext cx="25208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A2A: Like sending letters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85876"/>
            <a:ext cx="3823618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message has FROM, TO, and a tracking number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Messages carry full context (who, what, when, in-reply-to)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don't need to be on the same server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Explicit orchestration needed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122661"/>
            <a:ext cx="38505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ACP: Like calling a function on a platform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48587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"Run this agent with this input"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Platform handles routing internally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Simpler mental model, less boilerplate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can still call other agents (router pattern)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1907"/>
            <a:ext cx="65830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 vs ACP — Deployment &amp; Scaling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67495"/>
            <a:ext cx="4107135" cy="2064097"/>
          </a:xfrm>
          <a:prstGeom prst="roundRect">
            <a:avLst>
              <a:gd name="adj" fmla="val 4945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0925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72469"/>
            <a:ext cx="3823618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agent is independently deployable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Can scale individual agents differently (e.g., weather agent gets 10x traffic)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Cross-team / cross-org friendly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More infrastructure overhead (service discovery, load balancing, network)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0925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7246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Single deployment unit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Simpler ops: one server to monitor, one health check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share resources (memory, CPU)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Easier to get started, harder to scale individually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5314"/>
            <a:ext cx="48136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 vs ACP — Traceability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80902"/>
            <a:ext cx="4107135" cy="1837283"/>
          </a:xfrm>
          <a:prstGeom prst="roundRect">
            <a:avLst>
              <a:gd name="adj" fmla="val 5556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12266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85876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envelope has message_id, session_id, in_reply_to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conversation history is traceable across services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Natural audit trail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Great for compliance-heavy environments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12266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485876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Run ID tracks each invocation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Router agents can expose internal hop traces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Simpler for debugging (everything in one process)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But cross-agent tracing requires custom implementation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774"/>
            <a:ext cx="539234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 vs ACP — Code Comparison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03622" y="1004813"/>
            <a:ext cx="4104159" cy="3383012"/>
          </a:xfrm>
          <a:prstGeom prst="roundRect">
            <a:avLst>
              <a:gd name="adj" fmla="val 2734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2061" y="1121197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 Agent (weather)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2061" y="1452860"/>
            <a:ext cx="3847281" cy="2803996"/>
          </a:xfrm>
          <a:prstGeom prst="roundRect">
            <a:avLst>
              <a:gd name="adj" fmla="val 1924"/>
            </a:avLst>
          </a:prstGeom>
          <a:solidFill>
            <a:srgbClr val="5D6175"/>
          </a:solidFill>
          <a:ln/>
        </p:spPr>
      </p:sp>
      <p:sp>
        <p:nvSpPr>
          <p:cNvPr id="6" name="Shape 4"/>
          <p:cNvSpPr/>
          <p:nvPr/>
        </p:nvSpPr>
        <p:spPr>
          <a:xfrm>
            <a:off x="525661" y="1452860"/>
            <a:ext cx="3860081" cy="2803996"/>
          </a:xfrm>
          <a:prstGeom prst="roundRect">
            <a:avLst>
              <a:gd name="adj" fmla="val 687"/>
            </a:avLst>
          </a:prstGeom>
          <a:solidFill>
            <a:srgbClr val="5D6175"/>
          </a:solidFill>
          <a:ln/>
        </p:spPr>
      </p:sp>
      <p:sp>
        <p:nvSpPr>
          <p:cNvPr id="7" name="Text 5"/>
          <p:cNvSpPr/>
          <p:nvPr/>
        </p:nvSpPr>
        <p:spPr>
          <a:xfrm>
            <a:off x="686246" y="1581299"/>
            <a:ext cx="3538910" cy="2547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@app.post("/run")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def run_agent(req: WeatherRequest):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envelope = req.envelope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city = envelope["body"]["city"]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# ... do work ...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return {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"envelope": {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"sender": "weather_agent",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"receiver": envelope["sender"],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"in_reply_to": envelope["message_id"],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"body": result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}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5D6175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3479" y="1121197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ACP Agent (weather)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33479" y="1452860"/>
            <a:ext cx="3919165" cy="1040606"/>
          </a:xfrm>
          <a:prstGeom prst="roundRect">
            <a:avLst>
              <a:gd name="adj" fmla="val 5185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27079" y="1452860"/>
            <a:ext cx="3931965" cy="1040606"/>
          </a:xfrm>
          <a:prstGeom prst="roundRect">
            <a:avLst>
              <a:gd name="adj" fmla="val 185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887664" y="1581299"/>
            <a:ext cx="361079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def weather_agent(text: str) -&gt; List[MessagePart]: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city = text.strip().lower()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# ... do work ...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return [MessagePart(content="Goa is Sunny...")]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4518794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ACP = simpler agent code. A2A = more context in every message.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63622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A2A vs ACP — When to Use Which?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56122"/>
            <a:ext cx="4107135" cy="1886843"/>
          </a:xfrm>
          <a:prstGeom prst="roundRect">
            <a:avLst>
              <a:gd name="adj" fmla="val 5410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Choose A2A when: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61096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are built by different teams/organizations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need to be independently deployed and scaled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 need cross-platform interoperability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Compliance requires full message audit trails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You're building a marketplace of 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Choose ACP when: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4610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agents are part of one platform/product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 want simplicity and fast development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share the same runtime/infrastructure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You're prototyping or building internal tools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Multi-modal content support is a priority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2026-06-25T12:55:47Z</dcterms:created>
  <dcterms:modified xsi:type="dcterms:W3CDTF">2026-06-25T12:55:47Z</dcterms:modified>
</cp:coreProperties>
</file>